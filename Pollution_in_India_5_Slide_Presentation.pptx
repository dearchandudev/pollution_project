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417320"/>
            <a:ext cx="731520" cy="73152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303520"/>
            <a:ext cx="1097280" cy="1097280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869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POLLUTION IN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EBD8"/>
                </a:solidFill>
              </a:defRPr>
            </a:pPr>
            <a:r>
              <a:t>Smart Environmental Awareness &amp; Monitoring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✓ HTML + CSS + JavaScript frontend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✓ Node.js backend with secure SerpApi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✓ Open-Meteo live air-quality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E2D"/>
                </a:solidFill>
              </a:defRPr>
            </a:pPr>
            <a:r>
              <a:t>1. Project Overview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3"/>
                </a:solidFill>
              </a:defRPr>
            </a:pPr>
            <a:r>
              <a:t>A web platform for pollution awareness, live air-quality information and dynamic environmental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425196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🌍 Main Features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Interactive pollution categories: Air, Water, Plastic, Industrial, Soil and Noise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City-wise live air-quality comparison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Dynamic pollution images powered through SerpApi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Environmental news and video content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Detailed causes, effects and practical solutions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Responsive design with search, modal windows and calculators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1508760" cy="1143000"/>
          </a:xfrm>
          <a:prstGeom prst="roundRect">
            <a:avLst/>
          </a:prstGeom>
          <a:solidFill>
            <a:srgbClr val="0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Browser</a:t>
            </a:r>
            <a:br/>
            <a:r>
              <a:t>HTML/CSS/JS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36992" y="2423160"/>
            <a:ext cx="411480" cy="411480"/>
          </a:xfrm>
          <a:prstGeom prst="rightArrow">
            <a:avLst/>
          </a:prstGeom>
          <a:solidFill>
            <a:srgbClr val="46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0" y="2103120"/>
            <a:ext cx="1508760" cy="114300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Node.js</a:t>
            </a:r>
            <a:br/>
            <a:r>
              <a:t>Backend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811512" y="2423160"/>
            <a:ext cx="411480" cy="411480"/>
          </a:xfrm>
          <a:prstGeom prst="rightArrow">
            <a:avLst/>
          </a:prstGeom>
          <a:solidFill>
            <a:srgbClr val="46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04120" y="2103120"/>
            <a:ext cx="1508760" cy="1143000"/>
          </a:xfrm>
          <a:prstGeom prst="roundRect">
            <a:avLst/>
          </a:prstGeom>
          <a:solidFill>
            <a:srgbClr val="46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SerpApi</a:t>
            </a:r>
            <a:br/>
            <a:r>
              <a:t>Google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069080"/>
            <a:ext cx="3657600" cy="100584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8B5E"/>
                </a:solidFill>
              </a:defRPr>
            </a:pPr>
            <a:r>
              <a:t>Open-Meteo Air Quality API</a:t>
            </a:r>
          </a:p>
          <a:p>
            <a:pPr algn="ctr">
              <a:defRPr sz="1200">
                <a:solidFill>
                  <a:srgbClr val="233237"/>
                </a:solidFill>
              </a:defRPr>
            </a:pPr>
            <a:r>
              <a:t>AQI • PM2.5 • PM10 • NO₂ • SO₂ • O₃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E2D"/>
                </a:solidFill>
              </a:defRPr>
            </a:pPr>
            <a:r>
              <a:t>2. Live Pollution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3"/>
                </a:solidFill>
              </a:defRPr>
            </a:pPr>
            <a:r>
              <a:t>Compare selected Indian cities using current air-quality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468880" cy="1234440"/>
          </a:xfrm>
          <a:prstGeom prst="roundRect">
            <a:avLst/>
          </a:prstGeom>
          <a:solidFill>
            <a:srgbClr val="0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Indian 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468880" cy="12344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AQI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Live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468880" cy="1234440"/>
          </a:xfrm>
          <a:prstGeom prst="roundRect">
            <a:avLst/>
          </a:prstGeom>
          <a:solidFill>
            <a:srgbClr val="46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PM2.5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Fine Particles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600200"/>
            <a:ext cx="2468880" cy="1234440"/>
          </a:xfrm>
          <a:prstGeom prst="roundRect">
            <a:avLst/>
          </a:prstGeom>
          <a:solidFill>
            <a:srgbClr val="78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24/7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Web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5257800" cy="251460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📊 How the API Works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Frontend requests current air-quality data for each selected city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Open-Meteo returns pollutant values and European AQI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Cities are sorted to identify the highest and lowest value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Search lets users check another city through geocoding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5349240" cy="251460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ℹ️ Important Note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The displayed index is European AQI, not the official Indian CPCB AQI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Results are model-based and should be treated as an educational dashboard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The project can be extended later with an official CPCB data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E2D"/>
                </a:solidFill>
              </a:defRPr>
            </a:pPr>
            <a:r>
              <a:t>3. SerpApi-Powered Dynamic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3"/>
                </a:solidFill>
              </a:defRPr>
            </a:pPr>
            <a:r>
              <a:t>Node.js protects the API key while the website retrieves relevant environmental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443484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🖼️ Dynamic Images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Air pollution India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Water pollution India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Plastic pollution India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Industrial pollution India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Soil pollution India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Noise pollution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429000" cy="443484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🔎 Search &amp; News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Latest environmental information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Pollution-related search results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India-focused content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Useful source links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Server-side API requests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No API key exposed in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337560" cy="443484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🎥 Videos &amp; Gallery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Environmental video results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Dynamic visual gallery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Pollution-specific content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Interactive cards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Responsive layout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Easy to expand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E2D"/>
                </a:solidFill>
              </a:defRPr>
            </a:pPr>
            <a:r>
              <a:t>4. Solutions, 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3"/>
                </a:solidFill>
              </a:defRPr>
            </a:pPr>
            <a:r>
              <a:t>From awareness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🌱 Pollution Reduction Solutions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Use public transport, cycling and cleaner vehicles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Treat sewage and industrial wastewater before discharge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Reduce single-use plastic and improve recycling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Control industrial emissions and construction dust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Use compost and avoid harmful dumping on soil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Reduce unnecessary honking and loudspeaker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5349240" cy="4480560"/>
          </a:xfrm>
          <a:prstGeom prst="roundRect">
            <a:avLst/>
          </a:prstGeom>
          <a:solidFill>
            <a:srgbClr val="EEF8F4"/>
          </a:solidFill>
          <a:ln>
            <a:solidFill>
              <a:srgbClr val="CD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🚀 Key Benefits &amp; Future Enhancements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Real-time educational pollution dashboard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Interactive city comparison and search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Dynamic images, news and videos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Student-friendly environmental awareness platform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Future: maps, charts, alerts and historical trends</a:t>
            </a:r>
          </a:p>
          <a:p>
            <a:pPr>
              <a:spcBef>
                <a:spcPts val="700"/>
              </a:spcBef>
              <a:defRPr sz="1200">
                <a:solidFill>
                  <a:srgbClr val="233237"/>
                </a:solidFill>
              </a:defRPr>
            </a:pPr>
            <a:r>
              <a:t>• Future: official Indian AQI/CPCB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6016752"/>
            <a:ext cx="8046720" cy="384048"/>
          </a:xfrm>
          <a:prstGeom prst="roundRect">
            <a:avLst/>
          </a:prstGeom>
          <a:solidFill>
            <a:srgbClr val="0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REDUCE  •  REUSE  •  RECYCLE  •  RESTORE  •  MONITOR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